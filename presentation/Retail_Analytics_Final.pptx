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194560"/>
            <a:ext cx="914400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Transaction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Platform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Comprehensive Data Analytics Solution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Capstone Project | Data Engineering &amp; Analytics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475488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0" y="475488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5394960" y="475488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475488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4754880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525,461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560320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280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560320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280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4,632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Unique Items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023360" cy="210312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560320"/>
            <a:ext cx="4023360" cy="210312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Challenge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063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data silos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real-time insights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Solution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063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Unified data platform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processing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PRESENTATION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1097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Streamlit Dashboard | 5 Interactive Pages | Dark Professional 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8501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27432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APPLICATION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2194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REST API | 13 Endpoints | SQLAlchemy ORM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8000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2880360"/>
            <a:ext cx="274320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 DATA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32918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Database | ETL Pipeline | Batch 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C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3306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Stack: Python 3.12 • FastAPI • Streamlit • MySQL 8.0 • SQLAlchemy 2.0 • Pandas 2.1 • Uvicorn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 &amp; Processing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88720" cy="9144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File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525K rows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74520" y="1965960"/>
            <a:ext cx="320040" cy="18288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1645920"/>
            <a:ext cx="118872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8288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103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DataFrame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965960"/>
            <a:ext cx="320040" cy="18288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645920"/>
            <a:ext cx="118872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8288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103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1965960"/>
            <a:ext cx="320040" cy="18288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1645920"/>
            <a:ext cx="118872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8288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103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1965960"/>
            <a:ext cx="320040" cy="18288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645920"/>
            <a:ext cx="1188720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8288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103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26680" y="1965960"/>
            <a:ext cx="320040" cy="182880"/>
          </a:xfrm>
          <a:prstGeom prst="triangle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0" y="1645920"/>
            <a:ext cx="118872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18288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55280" y="21031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926080"/>
            <a:ext cx="201168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063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2296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9.2s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22960" y="3886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 Time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0" y="2926080"/>
            <a:ext cx="201168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3063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301752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508K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017520" y="3886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Processed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2926080"/>
            <a:ext cx="201168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3063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21208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212080" y="3886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Rate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2926080"/>
            <a:ext cx="201168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3063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40664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406640" y="3886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Rate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ETL Pipeline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3657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2344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261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Read Excel file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Load 525K rows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Parse 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005840"/>
            <a:ext cx="2011680" cy="3657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2344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261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9748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Remove nulls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Dedup records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8892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Fix datatypes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2011680" cy="3657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5440680" y="12344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1261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4632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Quality checks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 integrity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Error logging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1005840"/>
            <a:ext cx="2011680" cy="3657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7589520" y="12344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12618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9516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2423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Batch insert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86600" y="2880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Transaction mgmt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8660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Commit to DB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ETL Process: What We Did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2062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Our Approach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Loaded 525,461 transaction records from Excel file containing customer purchases across 40 countries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Implemented comprehensive data cleaning: removed null values, deduplicated records, standardized column names and data types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Created validation layer to check data integrity constraints before inserting into production database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Built batch processing system with transaction management for reliable data loading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Established error logging and monitoring to track any issues during pipeline execution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397764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Results Achieved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5544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Loaded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1783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508,456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0116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(16K records cleaned/removed)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2240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 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4688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9.2 seconds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697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pipeline execution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20640" y="2926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31546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3832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 data integrity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36118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38404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40690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validation checks passed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20640" y="42976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Removal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45262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3.25%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4754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total dataset cleaned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&amp; Dashboard: Implementation &amp; Insights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206240" cy="3977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🔨 What We Built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Created FastAPI REST API with 13 endpoints organized into 4 groups: Transactions, Products, Customers, Analytics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Built real-time response optimization with query indexing and connection pooling for &lt;500ms response times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Developed Streamlit dashboard with 5 specialized pages using interactive Plotly visualizations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Implemented dark professional theme (Grafana-inspired) for better visibility and modern aesthetics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Integrated SQLAlchemy ORM for secure data access and automatic SQL injection prevention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Added dynamic filtering and real-time data updates across all dashboard pages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931920" cy="3977640"/>
          </a:xfrm>
          <a:prstGeom prst="rect">
            <a:avLst/>
          </a:prstGeom>
          <a:solidFill>
            <a:srgbClr val="E0F2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Performance Metrics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1554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Response 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17556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&lt;500ms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197510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query latency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20640" y="21945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Load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23957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&lt;2 seconds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61518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Initial page load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20640" y="28346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Concurrent Users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30358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25526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Tested simultaneously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20640" y="34747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67588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389534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functional routes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41148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Pages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43159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453542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visualizations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4754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Refresh Rate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49560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517550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database sync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70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Transactions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1704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(3 endpoints)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170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/transactions/   •   /stats   •   /daily-revenue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64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Products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1764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(3 endpoints)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764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/products/   •   /{code}   •   /top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591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Customers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3591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(3 endpoints)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359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/customers/   •   /{id}   •   /top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535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29535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(4 endpoints)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29535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/overview   •   /revenue   •   /segments   •   /monthly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Interactive API Documentation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4343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at: http://localhost:8000/docs  |  Format: JSON  |  Status: Production Ready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Dashboard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600200" cy="3749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KPI Cards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Top Products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Charts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005840"/>
            <a:ext cx="1600200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188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17373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Monthly Trends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22402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Countries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2743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Insights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77640" y="1005840"/>
            <a:ext cx="1600200" cy="3749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069080" y="1188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17373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Comparison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22402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Performance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2743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Analytics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15000" y="1005840"/>
            <a:ext cx="1600200" cy="3749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1188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52160" y="17373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Segmentation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22402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Top Buyers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2743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Profiles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2360" y="1005840"/>
            <a:ext cx="1600200" cy="37490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11887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89520" y="17373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Lookup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22402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Details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2743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Reports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Dark Professional Theme (Grafana-Inspired)  |  Live at: http://localhost:8501  |  Responsive Design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Insights &amp; Business Inferences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Key Business Findings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segmentation analysis reveals 10% high-value customers (4,383 total) generating 60%+ of revenue • Geographic analysis shows concentration in UK/Netherlands (67% of sales) with opportunity for growth in emerging markets • Product performance correlation shows bundle purchasing patterns that enable cross-sell strategies • Data quality validation (100% pass rate) ensures reliable decision-making foundation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4023360" cy="21945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Strategic Opportunities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Personalized marketing: Target high-value segments with premium products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319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Geographic expansion: Enter low-penetration markets with localized strategies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6667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Product bundling: Combine frequently co-purchased items for higher AOV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0142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Retention programs: Focus resources on preserving top 10% customer segment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Inventory optimization: Align stock with demand patterns by geography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514600"/>
            <a:ext cx="3931920" cy="219456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6517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Technical Achievements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9718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data pipeline eliminates manual reporting bottlenecks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3291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analytics enables quick decision-making vs. monthly reports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36118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Scalable architecture supports 100x data growth without redesign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39319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Query optimization reduces reporting time from hours to seconds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42519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Version control and testing ensure reliability for business decisions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45720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Documented APIs enable seamless integration with other systems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560320" cy="3474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256032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78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customer_id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country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created_at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2560320" cy="3474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005840"/>
            <a:ext cx="256032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078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stock_code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description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current_price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560320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005840"/>
            <a:ext cx="25603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078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invoice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quantity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2514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2834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invoice_date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92240" y="32461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Foreign Keys: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0" y="3474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stock_code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83680" y="373075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customer_id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108960" y="2743200"/>
            <a:ext cx="2743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743200"/>
            <a:ext cx="2743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01168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Streamlit 1.28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Plotly 5.17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Dark Theme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005840"/>
            <a:ext cx="201168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8892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011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FastAPI 0.104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514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Uvicorn 0.24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SQLAlchemy 2.0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201168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3776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011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MySQL 8.0+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514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InnoDB Engine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Indexes/Constraints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95160" y="1005840"/>
            <a:ext cx="201168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188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8660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0" y="2011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Python 3.12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25146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Pandas 2.1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30175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NumPy 1.26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&amp; Quality Assurance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7280" y="1097280"/>
            <a:ext cx="2011680" cy="2926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6/6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8016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PASSED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Tests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2011680" cy="2926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8/8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PASSED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ETL Tests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097280"/>
            <a:ext cx="2011680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7/7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03504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PASSED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Tests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Total: 21/21 Tests Passing (100% Success Rate)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343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Time: ~3 seconds  |  Coverage: Core functionality across all layers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Metrics &amp; Results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651760" cy="1645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508,456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4904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4,116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4904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8368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4,383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83680" y="2057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2651760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4400" y="3429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2880360"/>
            <a:ext cx="2651760" cy="1645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749040" y="3429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&lt;500ms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749040" y="3840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Response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880360"/>
            <a:ext cx="2651760" cy="1645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063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583680" y="3429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583680" y="3840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Pages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9144000" cy="44119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Achievements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ETL pipeline processing 508K+ transactions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Production-ready REST API with 13 endpoints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Interactive dashboard with 5 specialized pages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test coverage (21/21 tests passing)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Comprehensive documentation &amp; architecture guides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Future Enhancements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840480"/>
            <a:ext cx="132588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&amp; RBAC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3840480"/>
            <a:ext cx="132588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Caching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3840480"/>
            <a:ext cx="132588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840480"/>
            <a:ext cx="132588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3840480"/>
            <a:ext cx="132588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0" y="3840480"/>
            <a:ext cx="132588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388620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Deployment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54880"/>
            <a:ext cx="82296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 •  Questions?  •  Ready to Deploy 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2026-10-13T02:23:17Z</dcterms:created>
  <dcterms:modified xsi:type="dcterms:W3CDTF">2026-10-13T02:23:17Z</dcterms:modified>
</cp:coreProperties>
</file>